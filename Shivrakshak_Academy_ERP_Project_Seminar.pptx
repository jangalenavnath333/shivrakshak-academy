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508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B7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0630"/>
            <a:ext cx="9144000" cy="182880"/>
          </a:xfrm>
          <a:prstGeom prst="rect">
            <a:avLst/>
          </a:prstGeom>
          <a:solidFill>
            <a:srgbClr val="E2B74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2B740"/>
                </a:solidFill>
              </a:rPr>
              <a:t>Shivrakshak Academy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07A"/>
                </a:solidFill>
              </a:rPr>
              <a:t>ERP &amp; Official Web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BAAA"/>
                </a:solidFill>
              </a:rPr>
              <a:t>A Complete Enterprise Resource Planning &amp; High-Performance Web System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What is Shivrakshak Academy?: A premier defense academy in Maharashtra.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The Core Idea: Transitioning from scattered manual operations to a centralized ERP system.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Project Goal: To build an ultra-premium, cinematic landing page fully integrated with a robust backend ERP.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No Centralized System: Data was scattered across physical files and excel sheets.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Manual Admissions: Paper-based admission forms were slow and hard to track.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Offline Exams: Conducting mock tests manually required excessive printing and manual evaluation.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Media Management: No direct system to dynamically update academy photos and videos.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ERP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Centralized ERP Dashboard: A secure, all-in-one Admin Portal to manage academy operations.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Premium Public Portal: A dynamic, cinematic website using Glassmorphism UI.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Digital Admission System: Paperless data entry with instant printable admission receipts.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Online Exam Portal (CBT): A fully functional Computer Based Test engine.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Frontend Framework: Next.js 14 (App Router) &amp; React 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Styling: Vanilla CSS3 with Custom Glassmorphism variables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Backend/API: Next.js Server Actions &amp; API Routes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Database: Supabase (PostgreSQL) - Cloud Database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Authentication: Supabase Auth (Secure Admin Login)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Deployment: Vercel (Edge Network)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Client Tier: Browsers interacting with the Next.js Frontend.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ERP Admin Tier: Next.js Server rendering secure UI and executing API routes.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Database Tier: Supabase PostgreSQL handling admissions, exams, results, and media.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Storage Tier: Supabase Cloud Storage buckets for uploaded media files.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The Public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Cinematic Hero Section: Deep military gradients with glowing metallic typography.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Dynamic Content: Courses, Strengths, and Testimonials loaded dynamically from the ERP.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Premium Lightbox Gallery: Clickable photos and inline video players with frosted-glass overlays.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Responsive Design: 100% optimized for Mobile, Tablet, and Desktop.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Academy ERP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Student Management: View, edit, and manage all student admission data in real-time.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Dynamic Receipts: Instantly generate printable, fully-formatted admission forms.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Media Controller: Upload new gallery photos, videos, and assign placements.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Secure Access: Role-based protected routes ensuring only authorized personnel access data.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CBT Exam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Exam Creation: Admins can create custom tests with multiple-choice questions.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Real-Time Testing: Students experience a realistic timer-based exam environment.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Concurrency Handling: Advanced database logic to prevent duplicate exam starts.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Instant Results: Automatic evaluation and result generation upon submission.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Payment Gateway: Integration with Razorpay/PhonePe for seamless online fee collection.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Inventory Management: Tracking academy physical assets (uniforms, equipment).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Mobile Application: A dedicated Android/iOS app for students.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WhatsApp/SMS Integration: Automated alerts for student attendance and exam marks.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The project successfully established a highly professional digital identity AND a powerful backend ERP.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By digitizing admissions and exams, administrative overhead is reduced by over 80%.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DFBF7"/>
                </a:solidFill>
              </a:rPr>
              <a:t>The use of Next.js and Supabase ensures the ERP platform is highly scalable and secure.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2B740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5BAAA"/>
                </a:solidFill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2026-08-16T09:28:36Z</dcterms:created>
  <dcterms:modified xsi:type="dcterms:W3CDTF">2026-08-16T09:28:36Z</dcterms:modified>
</cp:coreProperties>
</file>